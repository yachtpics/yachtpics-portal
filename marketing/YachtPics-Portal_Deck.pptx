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146304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3" name="Image 0" descr="yp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4236" y="1371600"/>
            <a:ext cx="3840480" cy="5840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092833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spc="4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LISTING PORTAL FOR YACHT BROKERS</a:t>
            </a:r>
            <a:endParaRPr lang="en-US" sz="1250" dirty="0"/>
          </a:p>
        </p:txBody>
      </p:sp>
      <p:sp>
        <p:nvSpPr>
          <p:cNvPr id="5" name="Text 2"/>
          <p:cNvSpPr/>
          <p:nvPr/>
        </p:nvSpPr>
        <p:spPr>
          <a:xfrm>
            <a:off x="0" y="3200400"/>
            <a:ext cx="12188952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Every listing,</a:t>
            </a:r>
            <a:endParaRPr lang="en-US" sz="4000" dirty="0"/>
          </a:p>
          <a:p>
            <a:pPr algn="ctr" indent="0" marL="0">
              <a:lnSpc>
                <a:spcPts val="4600"/>
              </a:lnSpc>
              <a:buNone/>
            </a:pPr>
            <a:r>
              <a:rPr lang="en-US" sz="40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client-ready in seconds.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0" y="6126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portal.yachtpics.com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7772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10515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Buyers decide in the first </a:t>
            </a:r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few photos.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9692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800"/>
              </a:lnSpc>
              <a:buNone/>
            </a:pPr>
            <a:r>
              <a:rPr lang="en-US" sz="1800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listings deserve better than a Dropbox link and a dozen attachments. The faster you get clean, professional media in front of a buyer, the better that boat looks - and the more you sell.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7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IT IS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A1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place to manage, share, and send every listing.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22960" y="2468880"/>
            <a:ext cx="341985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468880"/>
            <a:ext cx="3419856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288036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Manage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143000" y="3611880"/>
            <a:ext cx="27797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video, and documents organized by listing - categories, visibility controls, and status all in one dashboard.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4526280" y="2468880"/>
            <a:ext cx="341985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26280" y="2468880"/>
            <a:ext cx="3419856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0" name="Text 8"/>
          <p:cNvSpPr/>
          <p:nvPr/>
        </p:nvSpPr>
        <p:spPr>
          <a:xfrm>
            <a:off x="4846320" y="288036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4846320" y="3611880"/>
            <a:ext cx="27797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listing becomes a clean, branded slideshow link you can forward to a buyer the moment it's ready.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8229600" y="2468880"/>
            <a:ext cx="3419856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0" y="2468880"/>
            <a:ext cx="3419856" cy="9144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8549640" y="2880360"/>
            <a:ext cx="27797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Send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8549640" y="3611880"/>
            <a:ext cx="2779776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45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 listing straight to a client from the portal, slideshow attached - from your desktop or your phone.</a:t>
            </a:r>
            <a:endParaRPr lang="en-US" sz="14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7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 CAN 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for how brokers actually work.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130552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20208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a listing in seconds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1188720" y="240487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listing gets a branded slideshow link - forward it the moment photos are ready.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355080" y="2130552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8" name="Text 6"/>
          <p:cNvSpPr/>
          <p:nvPr/>
        </p:nvSpPr>
        <p:spPr>
          <a:xfrm>
            <a:off x="6720840" y="2020824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your own photos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720840" y="2404872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Drag in shots from any source: phone, drone, or a past shoot. No YachtPics shoot required.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602736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4930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Photos, video &amp; documents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88720" y="3877056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walkthrough and drone video, attach surveys and spec sheets, all on the listing.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355080" y="3602736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3493008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straight to clients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720840" y="3877056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a listing from the portal with the slideshow attached - nothing missing.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822960" y="5074920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17" name="Text 15"/>
          <p:cNvSpPr/>
          <p:nvPr/>
        </p:nvSpPr>
        <p:spPr>
          <a:xfrm>
            <a:off x="1188720" y="49651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what's been seen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88720" y="53492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Slideshow views and download tracking, so you know when a buyer is looking.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355080" y="5074920"/>
            <a:ext cx="201168" cy="201168"/>
          </a:xfrm>
          <a:prstGeom prst="ellipse">
            <a:avLst/>
          </a:prstGeom>
          <a:solidFill>
            <a:srgbClr val="D4A843"/>
          </a:solidFill>
          <a:ln/>
        </p:spPr>
      </p:sp>
      <p:sp>
        <p:nvSpPr>
          <p:cNvPr id="20" name="Text 18"/>
          <p:cNvSpPr/>
          <p:nvPr/>
        </p:nvSpPr>
        <p:spPr>
          <a:xfrm>
            <a:off x="6720840" y="4965192"/>
            <a:ext cx="4846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A14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it like an app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720840" y="534924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it to your phone’s home screen and run your listings right from the dock - no laptop required.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hone_mo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60120" y="977265"/>
            <a:ext cx="2377440" cy="490347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206240" y="1417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BROKERS ON THE MOVE</a:t>
            </a:r>
            <a:endParaRPr lang="en-US" sz="1100" dirty="0"/>
          </a:p>
        </p:txBody>
      </p:sp>
      <p:sp>
        <p:nvSpPr>
          <p:cNvPr id="4" name="Text 1"/>
          <p:cNvSpPr/>
          <p:nvPr/>
        </p:nvSpPr>
        <p:spPr>
          <a:xfrm>
            <a:off x="4206240" y="1965960"/>
            <a:ext cx="7498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From the dock,</a:t>
            </a:r>
            <a:endParaRPr lang="en-US" sz="4200" dirty="0"/>
          </a:p>
          <a:p>
            <a:pPr indent="0" marL="0">
              <a:lnSpc>
                <a:spcPts val="5000"/>
              </a:lnSpc>
              <a:buNone/>
            </a:pPr>
            <a:r>
              <a:rPr lang="en-US" sz="42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not the desk.</a:t>
            </a:r>
            <a:endParaRPr lang="en-US" sz="4200" dirty="0"/>
          </a:p>
        </p:txBody>
      </p:sp>
      <p:sp>
        <p:nvSpPr>
          <p:cNvPr id="5" name="Text 2"/>
          <p:cNvSpPr/>
          <p:nvPr/>
        </p:nvSpPr>
        <p:spPr>
          <a:xfrm>
            <a:off x="4206240" y="3703320"/>
            <a:ext cx="71323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Installs on your phone like an app - full-screen, one tap from your home screen.</a:t>
            </a:r>
            <a:endParaRPr lang="en-US" sz="1700" dirty="0"/>
          </a:p>
          <a:p>
            <a:pPr marL="342900" indent="-3429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photos and video right at the boat - no laptop, no waiting.</a:t>
            </a:r>
            <a:endParaRPr lang="en-US" sz="1700" dirty="0"/>
          </a:p>
          <a:p>
            <a:pPr marL="342900" indent="-342900">
              <a:lnSpc>
                <a:spcPts val="2800"/>
              </a:lnSpc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buyer a branded slideshow before you leave the dock.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3" name="Text 1"/>
          <p:cNvSpPr/>
          <p:nvPr/>
        </p:nvSpPr>
        <p:spPr>
          <a:xfrm>
            <a:off x="1005840" y="10972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4A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1005840" y="173736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 shoot </a:t>
            </a:r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required.</a:t>
            </a:r>
            <a:endParaRPr lang="en-US" sz="4600" dirty="0"/>
          </a:p>
        </p:txBody>
      </p:sp>
      <p:sp>
        <p:nvSpPr>
          <p:cNvPr id="5" name="Text 3"/>
          <p:cNvSpPr/>
          <p:nvPr/>
        </p:nvSpPr>
        <p:spPr>
          <a:xfrm>
            <a:off x="1005840" y="3200400"/>
            <a:ext cx="95097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3000"/>
              </a:lnSpc>
              <a:buNone/>
            </a:pPr>
            <a:r>
              <a:rPr lang="en-US" sz="1900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listing tools are just galleries. YachtPics Portal is a tool - built by yacht photographers, for yacht brokers. Upload your own media from anywhere and present any listing beautifully, whether or not we shot it.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6400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7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05156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 steps to a buyer-ready listing.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651760"/>
            <a:ext cx="341985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148840" y="3063240"/>
            <a:ext cx="768096" cy="768096"/>
          </a:xfrm>
          <a:prstGeom prst="ellipse">
            <a:avLst/>
          </a:prstGeom>
          <a:solidFill>
            <a:srgbClr val="050B14"/>
          </a:solidFill>
          <a:ln/>
        </p:spPr>
      </p:sp>
      <p:sp>
        <p:nvSpPr>
          <p:cNvPr id="6" name="Text 4"/>
          <p:cNvSpPr/>
          <p:nvPr/>
        </p:nvSpPr>
        <p:spPr>
          <a:xfrm>
            <a:off x="2148840" y="30632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1051560" y="406908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1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Create a listing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051560" y="457200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the vessel details.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26280" y="2651760"/>
            <a:ext cx="341985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852160" y="3063240"/>
            <a:ext cx="768096" cy="768096"/>
          </a:xfrm>
          <a:prstGeom prst="ellipse">
            <a:avLst/>
          </a:prstGeom>
          <a:solidFill>
            <a:srgbClr val="050B14"/>
          </a:solidFill>
          <a:ln/>
        </p:spPr>
      </p:sp>
      <p:sp>
        <p:nvSpPr>
          <p:cNvPr id="11" name="Text 9"/>
          <p:cNvSpPr/>
          <p:nvPr/>
        </p:nvSpPr>
        <p:spPr>
          <a:xfrm>
            <a:off x="5852160" y="30632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4754880" y="406908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1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Add your media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4754880" y="457200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photos, video &amp; documents.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8229600" y="2651760"/>
            <a:ext cx="3419856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555480" y="3063240"/>
            <a:ext cx="768096" cy="768096"/>
          </a:xfrm>
          <a:prstGeom prst="ellipse">
            <a:avLst/>
          </a:prstGeom>
          <a:solidFill>
            <a:srgbClr val="050B14"/>
          </a:solidFill>
          <a:ln/>
        </p:spPr>
      </p:sp>
      <p:sp>
        <p:nvSpPr>
          <p:cNvPr id="16" name="Text 14"/>
          <p:cNvSpPr/>
          <p:nvPr/>
        </p:nvSpPr>
        <p:spPr>
          <a:xfrm>
            <a:off x="9555480" y="3063240"/>
            <a:ext cx="768096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84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8458200" y="4069080"/>
            <a:ext cx="29626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A1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Share the link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8458200" y="4572000"/>
            <a:ext cx="29626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4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a branded slideshow in two taps.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6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4864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B07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96012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1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Free to view. A plan to do more.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822960" y="160020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5B64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Viewing and downloading photos is always free. A paid plan unlocks uploading your own photos, video, and the slideshow builder.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2514600"/>
            <a:ext cx="258775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1097280" y="2834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Starter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097280" y="3291840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1-5 listings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1097280" y="3840480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$29</a:t>
            </a:r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/mo</a:t>
            </a:r>
            <a:endParaRPr lang="en-US" sz="3200" dirty="0"/>
          </a:p>
        </p:txBody>
      </p:sp>
      <p:sp>
        <p:nvSpPr>
          <p:cNvPr id="9" name="Shape 7"/>
          <p:cNvSpPr/>
          <p:nvPr/>
        </p:nvSpPr>
        <p:spPr>
          <a:xfrm>
            <a:off x="3666744" y="2514600"/>
            <a:ext cx="258775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3941064" y="2834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Growth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3941064" y="3291840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6-10 listings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3941064" y="3840480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$49</a:t>
            </a:r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/mo</a:t>
            </a:r>
            <a:endParaRPr lang="en-US" sz="3200" dirty="0"/>
          </a:p>
        </p:txBody>
      </p:sp>
      <p:sp>
        <p:nvSpPr>
          <p:cNvPr id="13" name="Shape 11"/>
          <p:cNvSpPr/>
          <p:nvPr/>
        </p:nvSpPr>
        <p:spPr>
          <a:xfrm>
            <a:off x="6510528" y="2514600"/>
            <a:ext cx="258775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784848" y="2834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Pro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6784848" y="3291840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11-20 listings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84848" y="3840480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$79</a:t>
            </a:r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/mo</a:t>
            </a:r>
            <a:endParaRPr lang="en-US" sz="3200" dirty="0"/>
          </a:p>
        </p:txBody>
      </p:sp>
      <p:sp>
        <p:nvSpPr>
          <p:cNvPr id="17" name="Shape 15"/>
          <p:cNvSpPr/>
          <p:nvPr/>
        </p:nvSpPr>
        <p:spPr>
          <a:xfrm>
            <a:off x="9354312" y="2514600"/>
            <a:ext cx="2587752" cy="2468880"/>
          </a:xfrm>
          <a:prstGeom prst="rect">
            <a:avLst/>
          </a:prstGeom>
          <a:solidFill>
            <a:srgbClr val="FFFFFF"/>
          </a:solidFill>
          <a:ln w="12700">
            <a:solidFill>
              <a:srgbClr val="E3E6EA"/>
            </a:solidFill>
            <a:prstDash val="solid"/>
          </a:ln>
          <a:effectLst>
            <a:outerShdw sx="100000" sy="100000" kx="0" ky="0" algn="bl" rotWithShape="0" blurRad="101600" dist="38100" dir="5400000">
              <a:srgbClr val="000000">
                <a:alpha val="6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9628632" y="2834640"/>
            <a:ext cx="2039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A1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Elite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9628632" y="3291840"/>
            <a:ext cx="203911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21+ listings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9628632" y="3840480"/>
            <a:ext cx="203911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A142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$99</a:t>
            </a:r>
            <a:pPr indent="0" marL="0">
              <a:buNone/>
            </a:pPr>
            <a:r>
              <a:rPr lang="en-US" sz="1300" dirty="0">
                <a:solidFill>
                  <a:srgbClr val="5B6470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/mo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822960" y="534924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B07F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free trial  -  no credit card  -  cancel anytime.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711696"/>
            <a:ext cx="12188952" cy="146304"/>
          </a:xfrm>
          <a:prstGeom prst="rect">
            <a:avLst/>
          </a:prstGeom>
          <a:solidFill>
            <a:srgbClr val="D4A843"/>
          </a:solidFill>
          <a:ln/>
        </p:spPr>
      </p:sp>
      <p:pic>
        <p:nvPicPr>
          <p:cNvPr id="3" name="Image 0" descr="yp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22876" y="1234440"/>
            <a:ext cx="2743200" cy="41719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731520" y="2651760"/>
            <a:ext cx="1072591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4000"/>
              </a:lnSpc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Get your next listing buyer-ready in seconds.</a:t>
            </a:r>
            <a:endParaRPr lang="en-US" sz="3400" dirty="0"/>
          </a:p>
        </p:txBody>
      </p:sp>
      <p:sp>
        <p:nvSpPr>
          <p:cNvPr id="5" name="Shape 2"/>
          <p:cNvSpPr/>
          <p:nvPr/>
        </p:nvSpPr>
        <p:spPr>
          <a:xfrm>
            <a:off x="3899916" y="4297680"/>
            <a:ext cx="4389120" cy="731520"/>
          </a:xfrm>
          <a:prstGeom prst="rect">
            <a:avLst/>
          </a:prstGeom>
          <a:solidFill>
            <a:srgbClr val="D4A843"/>
          </a:solidFill>
          <a:ln/>
        </p:spPr>
      </p:sp>
      <p:sp>
        <p:nvSpPr>
          <p:cNvPr id="6" name="Text 3"/>
          <p:cNvSpPr/>
          <p:nvPr/>
        </p:nvSpPr>
        <p:spPr>
          <a:xfrm>
            <a:off x="3899916" y="4297680"/>
            <a:ext cx="43891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50B1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free at portal.yachtpics.com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0" y="530352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AA6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free trial  -  no credit card  -  cancel anytime.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YachtPics Portal</dc:title>
  <dc:subject>PptxGenJS Presentation</dc:subject>
  <dc:creator>YachtPics</dc:creator>
  <cp:lastModifiedBy>YachtPics</cp:lastModifiedBy>
  <cp:revision>1</cp:revision>
  <dcterms:created xsi:type="dcterms:W3CDTF">2026-05-31T07:53:32Z</dcterms:created>
  <dcterms:modified xsi:type="dcterms:W3CDTF">2026-05-31T07:53:32Z</dcterms:modified>
</cp:coreProperties>
</file>